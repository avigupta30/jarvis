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2064" y="420624"/>
            <a:ext cx="11274552" cy="731520"/>
          </a:xfrm>
          <a:prstGeom prst="roundRect">
            <a:avLst/>
          </a:prstGeom>
          <a:solidFill>
            <a:srgbClr val="0D1B2A"/>
          </a:solidFill>
          <a:ln w="63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1274552" cy="731520"/>
          </a:xfrm>
          <a:prstGeom prst="roundRect">
            <a:avLst/>
          </a:prstGeom>
          <a:solidFill>
            <a:srgbClr val="16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182880" cy="731520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Inter"/>
              </a:rPr>
              <a:t>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74552" y="658368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E5FF"/>
                </a:solidFill>
                <a:latin typeface="Calibri"/>
              </a:rPr>
              <a:t>01 // 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1426464"/>
            <a:ext cx="4867808" cy="5029200"/>
          </a:xfrm>
          <a:prstGeom prst="roundRect">
            <a:avLst/>
          </a:prstGeom>
          <a:solidFill>
            <a:srgbClr val="0D1B2A"/>
          </a:solidFill>
          <a:ln w="63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4867808" cy="5029200"/>
          </a:xfrm>
          <a:prstGeom prst="roundRect">
            <a:avLst/>
          </a:prstGeom>
          <a:solidFill>
            <a:srgbClr val="16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45920"/>
            <a:ext cx="431916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• Test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27928" y="1417320"/>
            <a:ext cx="5949543" cy="5029200"/>
          </a:xfrm>
          <a:prstGeom prst="roundRect">
            <a:avLst/>
          </a:prstGeom>
          <a:solidFill>
            <a:srgbClr val="0A1128"/>
          </a:solidFill>
          <a:ln w="1905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82208" y="1371600"/>
            <a:ext cx="5949543" cy="5029200"/>
          </a:xfrm>
          <a:prstGeom prst="roundRect">
            <a:avLst/>
          </a:prstGeom>
          <a:solidFill>
            <a:srgbClr val="0D1B2A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creenshot_2026-06-05_225213_17806837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5360" y="1444752"/>
            <a:ext cx="5803239" cy="4882896"/>
          </a:xfrm>
          <a:prstGeom prst="rect">
            <a:avLst/>
          </a:prstGeom>
          <a:ln>
            <a:solidFill/>
          </a:ln>
        </p:spPr>
      </p:pic>
      <p:sp>
        <p:nvSpPr>
          <p:cNvPr id="15" name="Rounded Rectangle 14"/>
          <p:cNvSpPr/>
          <p:nvPr/>
        </p:nvSpPr>
        <p:spPr>
          <a:xfrm>
            <a:off x="5818784" y="1408176"/>
            <a:ext cx="5949543" cy="5029200"/>
          </a:xfrm>
          <a:prstGeom prst="roundRect">
            <a:avLst/>
          </a:prstGeom>
          <a:solidFill>
            <a:srgbClr val="0A1128"/>
          </a:solidFill>
          <a:ln w="1905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82208" y="1371600"/>
            <a:ext cx="5949543" cy="5029200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65088" y="3429000"/>
            <a:ext cx="558378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0E5FF"/>
                </a:solidFill>
                <a:latin typeface="Calibri"/>
              </a:rPr>
              <a:t>[ Suggested Visual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