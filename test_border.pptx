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m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  <a:ln w="45720">
            <a:solidFill>
              <a:srgbClr val="00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