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24360" y="54864"/>
            <a:ext cx="164592" cy="6547104"/>
          </a:xfrm>
          <a:prstGeom prst="rect">
            <a:avLst/>
          </a:prstGeom>
          <a:solidFill>
            <a:srgbClr val="09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33066" y="137160"/>
            <a:ext cx="7922818" cy="594360"/>
          </a:xfrm>
          <a:prstGeom prst="roundRect">
            <a:avLst/>
          </a:prstGeom>
          <a:solidFill>
            <a:srgbClr val="0D1F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33066" y="210312"/>
            <a:ext cx="7922818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8EEFF"/>
                </a:solidFill>
                <a:latin typeface="Calibri"/>
              </a:rPr>
              <a:t>TEST 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63854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D8EEFF"/>
                </a:solidFill>
                <a:latin typeface="Calibri"/>
              </a:rPr>
              <a:t>01 /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45655" y="786384"/>
            <a:ext cx="4927335" cy="5797296"/>
          </a:xfrm>
          <a:prstGeom prst="roundRect">
            <a:avLst/>
          </a:prstGeom>
          <a:solidFill>
            <a:srgbClr val="0D1F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24351" y="923544"/>
            <a:ext cx="73152" cy="73152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370655" y="923544"/>
            <a:ext cx="73152" cy="73152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516959" y="923544"/>
            <a:ext cx="73152" cy="73152"/>
          </a:xfrm>
          <a:prstGeom prst="ellipse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4255" y="1014984"/>
            <a:ext cx="4470135" cy="534009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28600" y="786384"/>
            <a:ext cx="6415887" cy="5797296"/>
          </a:xfrm>
          <a:prstGeom prst="roundRect">
            <a:avLst/>
          </a:prstGeom>
          <a:solidFill>
            <a:srgbClr val="0D1F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877824"/>
            <a:ext cx="61415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Calibri"/>
              </a:rPr>
              <a:t>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170432"/>
            <a:ext cx="6141567" cy="1828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70167" y="923544"/>
            <a:ext cx="137160" cy="13716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5760" y="1298448"/>
            <a:ext cx="182880" cy="18288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307592"/>
            <a:ext cx="182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0E1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1261872"/>
            <a:ext cx="5912967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8EEFF"/>
                </a:solidFill>
                <a:latin typeface="Calibri"/>
              </a:rPr>
              <a:t>This is a test.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24360" y="54864"/>
            <a:ext cx="164592" cy="6547104"/>
          </a:xfrm>
          <a:prstGeom prst="rect">
            <a:avLst/>
          </a:prstGeom>
          <a:solidFill>
            <a:srgbClr val="09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33066" y="137160"/>
            <a:ext cx="7922818" cy="594360"/>
          </a:xfrm>
          <a:prstGeom prst="roundRect">
            <a:avLst/>
          </a:prstGeom>
          <a:solidFill>
            <a:srgbClr val="0D1F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33066" y="210312"/>
            <a:ext cx="7922818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8EEFF"/>
                </a:solidFill>
                <a:latin typeface="Calibri"/>
              </a:rPr>
              <a:t>METRICS 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63854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D8EEFF"/>
                </a:solidFill>
                <a:latin typeface="Calibri"/>
              </a:rPr>
              <a:t>02 /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786384"/>
            <a:ext cx="5783580" cy="1508760"/>
          </a:xfrm>
          <a:prstGeom prst="roundRect">
            <a:avLst/>
          </a:prstGeom>
          <a:solidFill>
            <a:srgbClr val="0D1F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923544"/>
            <a:ext cx="56007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C8FF"/>
                </a:solidFill>
                <a:latin typeface="Calibri"/>
              </a:rPr>
              <a:t>90%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00784"/>
            <a:ext cx="5326380" cy="1828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883664"/>
            <a:ext cx="55641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AACCC"/>
                </a:solidFill>
                <a:latin typeface="Calibri"/>
              </a:rPr>
              <a:t>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6772" y="786384"/>
            <a:ext cx="5783580" cy="1508760"/>
          </a:xfrm>
          <a:prstGeom prst="roundRect">
            <a:avLst/>
          </a:prstGeom>
          <a:solidFill>
            <a:srgbClr val="0D1F3C"/>
          </a:solidFill>
          <a:ln w="1905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8212" y="923544"/>
            <a:ext cx="56007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77CC"/>
                </a:solidFill>
                <a:latin typeface="Calibri"/>
              </a:rPr>
              <a:t>80%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5372" y="1700784"/>
            <a:ext cx="5326380" cy="1828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6500" y="1883664"/>
            <a:ext cx="55641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AACCC"/>
                </a:solidFill>
                <a:latin typeface="Calibri"/>
              </a:rPr>
              <a:t>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2459736"/>
            <a:ext cx="11795760" cy="4123944"/>
          </a:xfrm>
          <a:prstGeom prst="roundRect">
            <a:avLst/>
          </a:prstGeom>
          <a:solidFill>
            <a:srgbClr val="0D1F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75720" y="2596896"/>
            <a:ext cx="73152" cy="73152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622024" y="2596896"/>
            <a:ext cx="73152" cy="73152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68328" y="2596896"/>
            <a:ext cx="73152" cy="73152"/>
          </a:xfrm>
          <a:prstGeom prst="ellipse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88336"/>
            <a:ext cx="11338560" cy="36667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24360" y="54864"/>
            <a:ext cx="164592" cy="6547104"/>
          </a:xfrm>
          <a:prstGeom prst="rect">
            <a:avLst/>
          </a:prstGeom>
          <a:solidFill>
            <a:srgbClr val="09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33066" y="137160"/>
            <a:ext cx="7922818" cy="594360"/>
          </a:xfrm>
          <a:prstGeom prst="roundRect">
            <a:avLst/>
          </a:prstGeom>
          <a:solidFill>
            <a:srgbClr val="0D1F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33066" y="210312"/>
            <a:ext cx="7922818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8EEFF"/>
                </a:solidFill>
                <a:latin typeface="Calibri"/>
              </a:rPr>
              <a:t>NO TITLE TEST 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4512" y="663854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D8EEFF"/>
                </a:solidFill>
                <a:latin typeface="Calibri"/>
              </a:rPr>
              <a:t>03 /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02753" y="786384"/>
            <a:ext cx="6661038" cy="5797296"/>
          </a:xfrm>
          <a:prstGeom prst="roundRect">
            <a:avLst/>
          </a:prstGeom>
          <a:solidFill>
            <a:srgbClr val="0D1F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15151" y="923544"/>
            <a:ext cx="73152" cy="73152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61455" y="923544"/>
            <a:ext cx="73152" cy="73152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07759" y="923544"/>
            <a:ext cx="73152" cy="73152"/>
          </a:xfrm>
          <a:prstGeom prst="ellipse">
            <a:avLst/>
          </a:prstGeom>
          <a:solidFill>
            <a:srgbClr val="00F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353" y="1014984"/>
            <a:ext cx="6203838" cy="534009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28600" y="786384"/>
            <a:ext cx="4791273" cy="5797296"/>
          </a:xfrm>
          <a:prstGeom prst="roundRect">
            <a:avLst/>
          </a:prstGeom>
          <a:solidFill>
            <a:srgbClr val="0D1F3C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" y="896112"/>
            <a:ext cx="228600" cy="22860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896112"/>
            <a:ext cx="228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0E1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877824"/>
            <a:ext cx="424263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  <a:latin typeface="Calibri"/>
              </a:rPr>
              <a:t>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106424"/>
            <a:ext cx="4242633" cy="54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8EEFF"/>
                </a:solidFill>
                <a:latin typeface="Calibri"/>
              </a:rPr>
              <a:t>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